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文档答辩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34</a:t>
            </a:r>
            <a:r>
              <a:rPr lang="zh-CN" altLang="en-US"/>
              <a:t>组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项目规划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整个项目的行动时间线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初步确定项目里程碑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需求分析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明确</a:t>
            </a:r>
            <a:r>
              <a:rPr lang="zh-CN" altLang="en-US">
                <a:sym typeface="+mn-ea"/>
              </a:rPr>
              <a:t>设计出的软件是什么，应该</a:t>
            </a:r>
            <a:r>
              <a:rPr lang="en-US" altLang="zh-CN"/>
              <a:t>“</a:t>
            </a:r>
            <a:r>
              <a:rPr lang="zh-CN" altLang="en-US"/>
              <a:t>能做什么事</a:t>
            </a:r>
            <a:r>
              <a:rPr lang="en-US" altLang="zh-CN"/>
              <a:t>”</a:t>
            </a:r>
            <a:endParaRPr lang="en-US" altLang="zh-CN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让软件产品成为用户期望的</a:t>
            </a:r>
            <a:r>
              <a:rPr lang="zh-CN" altLang="en-US" b="1">
                <a:sym typeface="+mn-ea"/>
              </a:rPr>
              <a:t>切题</a:t>
            </a:r>
            <a:r>
              <a:rPr lang="zh-CN" altLang="en-US">
                <a:sym typeface="+mn-ea"/>
              </a:rPr>
              <a:t>答案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体系结构设计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/>
              <a:t>基于需求</a:t>
            </a:r>
            <a:r>
              <a:rPr lang="zh-CN" altLang="en-US"/>
              <a:t>，选择合适的软件体系结构</a:t>
            </a:r>
            <a:endParaRPr lang="zh-CN" altLang="en-US"/>
          </a:p>
          <a:p>
            <a:pPr lvl="1"/>
            <a:r>
              <a:rPr lang="zh-CN" altLang="en-US"/>
              <a:t>每个功能都找到了对应模块？</a:t>
            </a:r>
            <a:endParaRPr lang="zh-CN" altLang="en-US"/>
          </a:p>
          <a:p>
            <a:pPr lvl="1"/>
            <a:r>
              <a:rPr lang="zh-CN" altLang="en-US"/>
              <a:t>是需求与约束的抽象概括吗？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确定</a:t>
            </a:r>
            <a:r>
              <a:rPr lang="zh-CN" altLang="en-US" b="1"/>
              <a:t>向用户展示什么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从结构角度下给出耦合度更低、内聚度更高的设计方向</a:t>
            </a:r>
            <a:endParaRPr lang="zh-CN" altLang="en-US"/>
          </a:p>
          <a:p>
            <a:pPr lvl="1"/>
            <a:r>
              <a:rPr lang="zh-CN" altLang="en-US" b="1"/>
              <a:t>指导后端</a:t>
            </a:r>
            <a:r>
              <a:rPr lang="zh-CN" altLang="en-US" u="sng"/>
              <a:t>部件</a:t>
            </a:r>
            <a:r>
              <a:rPr lang="zh-CN" altLang="en-US"/>
              <a:t>组织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人机交互设计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明确用户展示面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指导前端</a:t>
            </a:r>
            <a:r>
              <a:rPr lang="zh-CN" altLang="en-US"/>
              <a:t>页面设计</a:t>
            </a:r>
            <a:endParaRPr lang="zh-CN" altLang="en-US"/>
          </a:p>
          <a:p>
            <a:pPr lvl="1"/>
            <a:r>
              <a:rPr lang="zh-CN" altLang="en-US"/>
              <a:t>这个页面需要做什么？</a:t>
            </a:r>
            <a:endParaRPr lang="zh-CN" altLang="en-US"/>
          </a:p>
          <a:p>
            <a:pPr lvl="1"/>
            <a:r>
              <a:rPr lang="zh-CN" altLang="en-US"/>
              <a:t>组件位置该怎么设计？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体现软件</a:t>
            </a:r>
            <a:r>
              <a:rPr lang="zh-CN" altLang="en-US" b="1"/>
              <a:t>产品</a:t>
            </a:r>
            <a:r>
              <a:rPr lang="zh-CN" altLang="en-US"/>
              <a:t>的易用性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详细设计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将历史蓝图落实到代码</a:t>
            </a:r>
            <a:endParaRPr lang="zh-CN" altLang="en-US"/>
          </a:p>
          <a:p>
            <a:pPr lvl="1"/>
            <a:r>
              <a:rPr lang="zh-CN" altLang="en-US" sz="1600"/>
              <a:t>应该完成什么任务？</a:t>
            </a:r>
            <a:endParaRPr lang="zh-CN" altLang="en-US" sz="1600"/>
          </a:p>
          <a:p>
            <a:pPr lvl="1"/>
            <a:r>
              <a:rPr lang="zh-CN" altLang="en-US"/>
              <a:t>满足什么样的结构？</a:t>
            </a:r>
            <a:endParaRPr lang="zh-CN" altLang="en-US"/>
          </a:p>
          <a:p>
            <a:pPr lvl="1"/>
            <a:r>
              <a:rPr lang="zh-CN" altLang="en-US"/>
              <a:t>如何让用户操作好？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便于后续测试、演化与维护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测试部署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对设计出的产品进行质量检查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确认软件产品满足了用户的需求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M2E4ZDhkOGRjNWQxNTNjNzIyYTcwZTI2NTQ2ZGIxM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WPS 演示</Application>
  <PresentationFormat>宽屏</PresentationFormat>
  <Paragraphs>54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文档答辩</vt:lpstr>
      <vt:lpstr>项目规划</vt:lpstr>
      <vt:lpstr>需求分析</vt:lpstr>
      <vt:lpstr>体系结构设计</vt:lpstr>
      <vt:lpstr>人机交互设计</vt:lpstr>
      <vt:lpstr>详细设计</vt:lpstr>
      <vt:lpstr>测试部署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Resurgence</cp:lastModifiedBy>
  <cp:revision>157</cp:revision>
  <dcterms:created xsi:type="dcterms:W3CDTF">2019-06-19T02:08:00Z</dcterms:created>
  <dcterms:modified xsi:type="dcterms:W3CDTF">2024-06-16T09:28:04Z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2837D02895794A1F8681A4223DF42BF9_11</vt:lpwstr>
  </property>
</Properties>
</file>